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Service User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MS Excel Data Analytics Assignment</a:t>
            </a:r>
          </a:p>
          <a:p>
            <a:r>
              <a:t>Student: Arnav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user behavior, engagement, revenue trends, loyalty and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1000 users</a:t>
            </a:r>
          </a:p>
          <a:p>
            <a:r>
              <a:t>23 columns</a:t>
            </a:r>
          </a:p>
          <a:p>
            <a:r>
              <a:t>Streaming platform usage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12026</a:t>
            </a:r>
          </a:p>
          <a:p>
            <a:r>
              <a:t>Platform generated subscription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Watch Hours: 254.5</a:t>
            </a:r>
          </a:p>
          <a:p>
            <a:r>
              <a:t>Users show high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Genres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Horror, Action, Comedy are top genres.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&amp; Watch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Tablet usage slightly highest.</a:t>
            </a:r>
          </a:p>
          <a:p>
            <a:r>
              <a:t>Late Night is peak watch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Membership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PayPal most used.</a:t>
            </a:r>
          </a:p>
          <a:p>
            <a:r>
              <a:t>Membership: All Active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are highly engaged.</a:t>
            </a:r>
          </a:p>
          <a:p>
            <a:r>
              <a:t>Late-night viewing dominates.</a:t>
            </a:r>
          </a:p>
          <a:p>
            <a:r>
              <a:t>Action/Horror content performs strongly.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